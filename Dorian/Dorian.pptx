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fdda8b50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fdda8b50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fdda8b50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fdda8b50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fdda8b50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fdda8b50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fdda8b50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fdda8b50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Ho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2400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Demo mockups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2400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 title="Demo mockups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1874" y="152400"/>
            <a:ext cx="2724009" cy="483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4"/>
          <p:cNvCxnSpPr/>
          <p:nvPr/>
        </p:nvCxnSpPr>
        <p:spPr>
          <a:xfrm>
            <a:off x="3079050" y="2435525"/>
            <a:ext cx="2865300" cy="0"/>
          </a:xfrm>
          <a:prstGeom prst="straightConnector1">
            <a:avLst/>
          </a:prstGeom>
          <a:noFill/>
          <a:ln cap="flat" cmpd="sng" w="152400">
            <a:solidFill>
              <a:srgbClr val="12C0D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Demo mockups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2400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title="Demo mockups 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1875" y="152400"/>
            <a:ext cx="2724009" cy="483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5"/>
          <p:cNvCxnSpPr/>
          <p:nvPr/>
        </p:nvCxnSpPr>
        <p:spPr>
          <a:xfrm>
            <a:off x="3079050" y="2435525"/>
            <a:ext cx="2865300" cy="0"/>
          </a:xfrm>
          <a:prstGeom prst="straightConnector1">
            <a:avLst/>
          </a:prstGeom>
          <a:noFill/>
          <a:ln cap="flat" cmpd="sng" w="152400">
            <a:solidFill>
              <a:srgbClr val="12C0D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Demo mockups 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2400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 title="Demo mockups 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7611" y="152400"/>
            <a:ext cx="2724009" cy="483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6"/>
          <p:cNvCxnSpPr/>
          <p:nvPr/>
        </p:nvCxnSpPr>
        <p:spPr>
          <a:xfrm>
            <a:off x="3079050" y="2435525"/>
            <a:ext cx="2865300" cy="0"/>
          </a:xfrm>
          <a:prstGeom prst="straightConnector1">
            <a:avLst/>
          </a:prstGeom>
          <a:noFill/>
          <a:ln cap="flat" cmpd="sng" w="152400">
            <a:solidFill>
              <a:srgbClr val="12C0D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Demo mockups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2400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